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389120"/>
            <a:ext cx="4023360" cy="402336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RIDEEASE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461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Ride-Hailing Web App with Real Road Routing &amp; AI-Powered Chat Translation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3977640"/>
            <a:ext cx="3291840" cy="457200"/>
          </a:xfrm>
          <a:prstGeom prst="rect">
            <a:avLst>
              <a:gd name="adj" fmla="val 12000"/>
            </a:avLst>
          </a:prstGeom>
          <a:solidFill>
            <a:srgbClr val="D982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977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SCALABILITY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5989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Flask · Leaflet.js · OSRM · Google Gemini API   |   Proposed cloud target: AWS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63550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Project — CIA-III, ECD223-3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everyday frictions slow down short rides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074920" cy="2103120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03120"/>
            <a:ext cx="548640" cy="548640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756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5176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 and drivers often don't share a common language, which slows down coordinating pickup points and directions in the moment.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06440" y="1783080"/>
            <a:ext cx="5074920" cy="2103120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6126480" y="2103120"/>
            <a:ext cx="548640" cy="548640"/>
          </a:xfrm>
          <a:prstGeom prst="ellipse">
            <a:avLst/>
          </a:prstGeom>
          <a:solidFill>
            <a:srgbClr val="3F8B4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264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20756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Unclear, unfair fares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65176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 want an accurate, upfront fare based on a real road route — not a straight-line estimate that ignores actual streets and turns.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RideEase is for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61772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48280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800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2578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Commuters booking short intra-city trips who want an accurate fare and may prefer a regional language.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51960" y="461772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0" y="48280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480560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074920" y="4800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52578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Represented in this prototype by a simulated engine — a moving marker and preset translated replies.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46720" y="461772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75320" y="48280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75320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869680" y="4800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275320" y="52578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 and reviewers assessing the working demo, architecture, and scaling plan.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RideEase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lightweight, dependency-light build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18288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828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22860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JavaScript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styling, interactivity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2743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743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map, markers, route polyline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200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834640" y="3200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+ Flask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3200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 and REST API (app.py)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657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834640" y="36576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3657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GEMINI_API_KEY from a local .env file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114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834640" y="41148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google-genai SDK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4114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the Gemini API for translation, server-side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4572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834640" y="45720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035040" y="4572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road-routing engine, no API key required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029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834640" y="5029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035040" y="5029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detection and translation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5715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choices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05332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+ OSRM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free, no key needed, returns real driving routes.   </a:t>
            </a:r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lightweight for a handful of JSON endpoints.   </a:t>
            </a:r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 prompt both detects language and translates.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RideEase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architecture — a simple two-tier web app</a:t>
            </a:r>
            <a:endParaRPr lang="en-US" sz="3000" dirty="0"/>
          </a:p>
        </p:txBody>
      </p:sp>
      <p:pic>
        <p:nvPicPr>
          <p:cNvPr id="4" name="Image 0" descr="/home/claude/current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7244" y="1508760"/>
            <a:ext cx="7357208" cy="5074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RideEase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booking and a chat message move through the system</a:t>
            </a:r>
            <a:endParaRPr lang="en-US" sz="3000" dirty="0"/>
          </a:p>
        </p:txBody>
      </p:sp>
      <p:pic>
        <p:nvPicPr>
          <p:cNvPr id="4" name="Image 0" descr="/home/claude/data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9029" y="1508760"/>
            <a:ext cx="6613638" cy="5074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RideEase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DEPLOYMENT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hosting approach &amp; known 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today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Flask development-server process (python app.py)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worker pool or process manager (Gunicorn/uWSGI)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HTTP on localhost — no HTTPS, proxy, or CDN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scaling — assumes a small classroom-demo audience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key read from a local .env file at startup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persistence — a refresh or restart clears all state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BEF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29400" y="2057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51460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fare rate — no surge or traffic-based pricing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does not place a real call or send an SMS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authentication, accounts, or ride history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 — no persistent storage at all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chat replies are simulated, not live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admin/manager role or dashboard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RideEase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CHOICE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AWS over Azure or Google Cloud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210312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D982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103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10896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Fargate + API Gateway + Lambda fit the containerised-API-plus-bursty-function pattern cleanly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is a strong match for the highest-write data: chat &amp; GPS pings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Pay-per-use pricing keeps a low-traffic build inexpensive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187452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4F6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6280" y="2194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74320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Service/AKS, Azure SQL, Cosmos DB, Azure AD B2C map onto the same components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reasonable choice for a team already standardised on Microsoft tooling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87452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21040" y="2194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Cloud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74320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+ Firestore enable a fast initial build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Firestore's document model fits the chat/GPS write pattern slightly less well than DynamoDB at 5M-user volumes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RideEase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CLOUD 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AWS deployment architecture</a:t>
            </a:r>
            <a:endParaRPr lang="en-US" sz="3000" dirty="0"/>
          </a:p>
        </p:txBody>
      </p:sp>
      <p:pic>
        <p:nvPicPr>
          <p:cNvPr id="4" name="Image 0" descr="/home/claude/extracted/ppt/media/image-5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5929" y="1508760"/>
            <a:ext cx="6679838" cy="5074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RideEase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&amp; SECURITY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AWS deployment protects the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components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across 2–3 AZs — only the ALB/NAT sit in public subnets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 scoped per tier, not by IP range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WAF filters SQLi/XSS and rate-limits abusive clients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 lets private resources reach the internet outbound only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Endpoints keep S3/Secrets Manager/DynamoDB traffic internal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7F2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29400" y="2057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F8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components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51460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 — least privilege, scoped per task/function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 (KMS) across RDS, DynamoDB, S3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1.2+ in transit; internal calls stay inside the VPC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supported via Cognito user pools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backups + point-in-time recovery; RPO ~minutes, RTO &lt; 1 hr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RideEase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 MAPPING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need → AWS service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5778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691640"/>
            <a:ext cx="30678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Need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3525012" y="1691640"/>
            <a:ext cx="2418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148840"/>
            <a:ext cx="30678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frontend hosting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525012" y="2148840"/>
            <a:ext cx="2418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+ CloudFront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557784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2606040"/>
            <a:ext cx="30678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compute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525012" y="2606040"/>
            <a:ext cx="2418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Fargate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3063240"/>
            <a:ext cx="30678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distribution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525012" y="3063240"/>
            <a:ext cx="2418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Load Balancer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557784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6928" y="3520440"/>
            <a:ext cx="30678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API surface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525012" y="3520440"/>
            <a:ext cx="2418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3977640"/>
            <a:ext cx="30678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functions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525012" y="3977640"/>
            <a:ext cx="2418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557784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4434840"/>
            <a:ext cx="30678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525012" y="4434840"/>
            <a:ext cx="2418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Cognito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4892040"/>
            <a:ext cx="30678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525012" y="4892040"/>
            <a:ext cx="2418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 (PostgreSQL)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72200" y="1691640"/>
            <a:ext cx="55778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81928" y="1691640"/>
            <a:ext cx="30678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Need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240012" y="1691640"/>
            <a:ext cx="2418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281928" y="2148840"/>
            <a:ext cx="30678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High-write chat/GPS data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240012" y="2148840"/>
            <a:ext cx="2418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DynamoDB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72200" y="2606040"/>
            <a:ext cx="557784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81928" y="2606040"/>
            <a:ext cx="30678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Hot-path caching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9240012" y="2606040"/>
            <a:ext cx="2418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ElastiCache (Redis)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281928" y="3063240"/>
            <a:ext cx="30678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9240012" y="3063240"/>
            <a:ext cx="2418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72200" y="3520440"/>
            <a:ext cx="557784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281928" y="3520440"/>
            <a:ext cx="30678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240012" y="3520440"/>
            <a:ext cx="2418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Secrets Manager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281928" y="3977640"/>
            <a:ext cx="30678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9240012" y="3977640"/>
            <a:ext cx="2418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+ X-Ray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72200" y="4434840"/>
            <a:ext cx="557784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281928" y="4434840"/>
            <a:ext cx="30678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(SOS)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9240012" y="4434840"/>
            <a:ext cx="2418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/ Pinpoint + Twilio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281928" y="4892040"/>
            <a:ext cx="30678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&amp; routing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9240012" y="4892040"/>
            <a:ext cx="2418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RideEase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database schema (6 entities) — not yet built</a:t>
            </a:r>
            <a:endParaRPr lang="en-US" sz="2600" dirty="0"/>
          </a:p>
        </p:txBody>
      </p:sp>
      <p:pic>
        <p:nvPicPr>
          <p:cNvPr id="4" name="Image 0" descr="/home/claude/proposed_er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5927" y="1600200"/>
            <a:ext cx="6259842" cy="4709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RideEase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ROADMAP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path: demo → 1 million → 5 million users</a:t>
            </a:r>
            <a:endParaRPr lang="en-US" sz="3000" dirty="0"/>
          </a:p>
        </p:txBody>
      </p:sp>
      <p:pic>
        <p:nvPicPr>
          <p:cNvPr id="4" name="Image 0" descr="/home/claude/extracted/ppt/media/image-9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1392" y="1508760"/>
            <a:ext cx="8068910" cy="5074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RideEase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ANALYSIS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 behind the scaling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3611880" cy="2834640"/>
          </a:xfrm>
          <a:prstGeom prst="roundRect">
            <a:avLst>
              <a:gd name="adj" fmla="val 3226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24028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30,518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2004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users after 5 years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9776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× (1.25)⁵ at 25%/yr growth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51960" y="1920240"/>
            <a:ext cx="3611880" cy="2834640"/>
          </a:xfrm>
          <a:prstGeom prst="roundRect">
            <a:avLst>
              <a:gd name="adj" fmla="val 3226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34840" y="224028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500,000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32004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concurrent users at 5M registered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39776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5,000,000 × 10% active-at-peak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920240"/>
            <a:ext cx="3611880" cy="2834640"/>
          </a:xfrm>
          <a:prstGeom prst="roundRect">
            <a:avLst>
              <a:gd name="adj" fmla="val 3226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0" y="224028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41,667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32004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requests/second at peak, 5M-user stage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39776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500,000 active × 5 req/min ÷ 60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5074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follows Formula → Values → Calculation → Result → Interpretation — full tables (growth over 5 years, concurrency at 4 milestones, req/min &amp; req/sec at 4 traffic levels) are in docs/architecture.md §8.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RideEase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THIRD-PARTY DEPENDENCIES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costs to run, and where the risk sits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828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 (USD)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828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860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/ low traffic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2860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 – $70 / mo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22860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small Fargate tasks; db.t3.micro; minimal CDN/storage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11247120" cy="5943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88036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~1,000,000 users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8803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$900 – $1,800 / mo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8803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5–20 autoscaled tasks; Multi-AZ RDS + 1 read replica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47472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~5,000,000 users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34747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$6,000 – $13,000 / mo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34747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50–150+ tasks at peak; sharded DB; multi-region; self-hosted OSRM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343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dependency risk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690872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 and Gemini are both outside RideEase's control and can bottleneck before the app tier does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1M users: move off the free public OSRM endpoint; track Gemini quota with retry/backoff and fallbacks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5M users: self-host a regional OSRM cluster; add a backup translation provider; negotiate SLAs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RideEase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NEXT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 &amp; future scope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1E2761">
              <a:alpha val="80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today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48006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fare rate; no surge/traffic pricing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is UI-only — no real call/SMS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auth, accounts, or ride history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 — nothing persists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admin/manager role or dashboard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D9822B">
              <a:alpha val="90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37960" y="19202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331720"/>
            <a:ext cx="48006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SOS via Twilio/SNS with an emergency-contact flow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auth + RDS-backed ride history (schema in §11)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Admin/manager dashboard with live KPIs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Driver-matching + surge-pricing algorithm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AWS migration as usage grows toward 1M/5M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RideEase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2026-09-14T07:06:49Z</dcterms:created>
  <dcterms:modified xsi:type="dcterms:W3CDTF">2026-09-14T07:06:49Z</dcterms:modified>
</cp:coreProperties>
</file>