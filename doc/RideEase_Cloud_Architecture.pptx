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RIDEEASE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Digital Business System for Ride-Hailing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2011680" cy="0"/>
          </a:xfrm>
          <a:prstGeom prst="line">
            <a:avLst/>
          </a:prstGeom>
          <a:noFill/>
          <a:ln w="38100">
            <a:solidFill>
              <a:srgbClr val="912F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System Architecture Report  ·  CIA-III  ·  AWS Deployment Design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 ·  [Team Members / Roll Numbers]  ·  [Course / Section]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RideEase Solves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intra-city trips in Indian cities face two everyday frictions: riders and drivers often don't share a language, and fare estimates rarely reflect the real road route.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●"/>
            </a:pPr>
            <a:r>
              <a:rPr lang="en-US" sz="135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—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an accurate, upfront fare and a route they can trust.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●"/>
            </a:pPr>
            <a:r>
              <a:rPr lang="en-US" sz="135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—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 this prototype; represent a future driver-side app.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519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●"/>
            </a:pPr>
            <a:r>
              <a:rPr lang="en-US" sz="135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—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immediate audience for this academic demonstration.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0" y="137160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2F1EA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86600" y="1508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 + ₹12/km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103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formula-based fare from real road distance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297180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2F1EA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3108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external APIs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3703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(routing) + Google Gemini (translation) — both free-tier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0" y="457200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2F1EA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6600" y="4709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5M users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5303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an explicit path from demo to production scale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upfront pricing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6479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based on real road distance before ride confirmation.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Cross-language communication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6479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and drivers coordinate without a shared language.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44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transparency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37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sees the planned route, ETA, and driver/vehicle details.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2990088"/>
            <a:ext cx="502920" cy="50292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2944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safety mechanism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337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reachable from the active-ride screen at all times.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62856"/>
            <a:ext cx="502920" cy="50292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517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demonstrability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9103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end-to-end on free-tier services for academic evaluation.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4562856"/>
            <a:ext cx="502920" cy="50292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4517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scaling path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9103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from single-instance demo to production without a redesign.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PLATFORM SELECTION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major providers could host RideEase. AWS was selected for the strongest fit to this workload's shape: a containerized API with bursty, event-driven side-tasks.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4A1420"/>
          </a:solidFill>
          <a:ln w="12700">
            <a:solidFill>
              <a:srgbClr val="4A14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877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F0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+ API Gateway + Lambda cover container + event-driven patterns natively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60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F0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fits high-write chat/GPS data with no manual sharding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F0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 pricing keeps low-traffic cost predictable while scaling to 5M users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2F1EA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877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/ AKS, Azure SQL, Cosmos DB map onto the same components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160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for teams standardized on Microsoft tooling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is a viable alternative to DynamoDB at this scale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2F1EA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5877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Cloud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+ Firebase enable a faster initial build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160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Firestore's document model fits chat data reasonably well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mature fit for the highest write-volume GPS-ping workload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AWS Deployment Architecture</a:t>
            </a:r>
            <a:endParaRPr lang="en-US" sz="3000" dirty="0"/>
          </a:p>
        </p:txBody>
      </p:sp>
      <p:pic>
        <p:nvPicPr>
          <p:cNvPr id="4" name="Image 0" descr="extracted_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5378" y="1417320"/>
            <a:ext cx="6198196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 (S3 + CloudFront)  ·  Backend layer (API Gateway, ALB, Fargate, Lambda)  ·  Database layer (RDS, DynamoDB, ElastiCache)  ·  Security (Cognito, Secrets Manager)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Layout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74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Availability Zones; public subnets hold only ALB/NAT, private subnets hold Fargate, RDS, DynamoDB endpoints, and cache — nothing stateful is internet-addressable.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874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virtual firewalls scoped per tier, each accepting traffic only from the specific security group one layer above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06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common web exploits (SQLi, XSS) and rate-limits abusive clients at CloudFront/ALB before they reach the app.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8404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4206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private-subnet resources reach the internet for outbound calls (OSRM, Gemini) without being reachable from it.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5A1A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508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0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roles per Fargate task and per Lambda — no broad shared role.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5A1A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414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44144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0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RDS, DynamoDB, and S3 use AWS-managed / KMS encryption for stored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5A1A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37413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37413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0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terminates at CloudFront/ALB; internal traffic stays inside the VPC.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5A1A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30682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3068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0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user pools support MFA (SMS / authenticator app) at sign-in.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5A1A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3951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239512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0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point-in-time recovery, DynamoDB PITR, cross-region S3 replication — RPO ~minutes, RTO &lt;1hr.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SERVICE MAPPING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 Mapping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5661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Need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frontend hosting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+ CloudFront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edge caching, HTTPS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 compute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 Fargate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Containerized Flask app, no server mgmt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distribution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Load Balancer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distribution, health checks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functions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Lambda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Bursty translation/SOS workloads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Cognito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Sign-up/sign-in, JWT, MFA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RDS (PostgreSQL)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profiles, ride records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High-write chat/GPS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DynamoDB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chat, vehicle-position pings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Hot-path caching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ElastiCache (Redis)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trip state, fare lookups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Secrets 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API key, DB credentials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+ X-Ray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Logs, metrics, tracing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SCALABILITY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to 1M and 5M Users</a:t>
            </a:r>
            <a:endParaRPr lang="en-US" sz="3000" dirty="0"/>
          </a:p>
        </p:txBody>
      </p:sp>
      <p:pic>
        <p:nvPicPr>
          <p:cNvPr id="4" name="Image 0" descr="extracted_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2431" y="1737360"/>
            <a:ext cx="7124090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Monthly Infrastructure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1EA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low traffic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$40-70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small Fargate tasks · db.t3.micro · minimal CDN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1EA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737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 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$900-1,800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9718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5-20 autoscaled tasks · Multi-AZ RDS + replica · Redis + CloudFront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4A1420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737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~5M users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103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$6,000-13,000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9718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50-150+ tasks at peak · RDS replica fleet · self-hosted OSRM cluster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and OSRM are billed/used separately. Gemini's free tier covers low-volume academic use; a self-hosted OSRM cluster at 5M users adds ~$200-500/month, replacing the free public endpoint. Caching (ElastiCache, CloudFront) and on-demand DynamoDB throughput keep spend proportional to actual traffic.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 &amp; Future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(Demo)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●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per-km fare — no surge or traffic-based pricing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957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●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does not place a real call or send an SMS yet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6265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●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authentication or persistent ride history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95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●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HTTPS, load balancing, or redundancy in the demo hosting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(Production Path)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8288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●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SOS via Amazon SNS/Pinpoint + Twilio calling/SMS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3957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●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authentication + RDS-backed ride history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96265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●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driver GPS via WebSockets, stored in DynamoDB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5295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●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UPI/payment gateway integration; dynamic demand-based pricing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RideEase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0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secure, cost-aware cloud architecture for a real ride-hailing problem — designed on AWS, built as a working demo.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8100">
            <a:solidFill>
              <a:srgbClr val="912F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2026-09-04T01:00:59Z</dcterms:created>
  <dcterms:modified xsi:type="dcterms:W3CDTF">2026-09-04T01:00:59Z</dcterms:modified>
</cp:coreProperties>
</file>