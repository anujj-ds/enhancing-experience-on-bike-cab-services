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12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6E253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789920" y="4160520"/>
            <a:ext cx="566928" cy="566928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417320" y="4443984"/>
            <a:ext cx="9326880" cy="0"/>
          </a:xfrm>
          <a:prstGeom prst="line">
            <a:avLst/>
          </a:prstGeom>
          <a:noFill/>
          <a:ln w="25400">
            <a:solidFill>
              <a:srgbClr val="FFF6E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97280" y="4352544"/>
            <a:ext cx="182880" cy="18288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4352544"/>
            <a:ext cx="182880" cy="18288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200" kern="0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RIDE-EASE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Road Routing  ·  AI Chat Translation  ·  Live Fare Estimation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 Overview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·  Leaflet.js  ·  OSRM  ·  Google Gemini 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everyday frictions in short intra-city ride-hailing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2F1E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barrier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25856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and drivers often don't share a common language, slowing down coordination on pickup points and directions.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2F1E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20240"/>
            <a:ext cx="685800" cy="68580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315200" y="1856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Inaccurate fares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258568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fare estimates ignore real streets and turns, leaving riders without a trustworthy price upfront.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BEAF0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389120"/>
            <a:ext cx="566928" cy="56692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 booking short trips who want an accurate fare and may prefer chatting in a regional language.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BEA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4389120"/>
            <a:ext cx="566928" cy="56692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628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by a simulated engine — a vehicle marker on the route and preset Kannada replies.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4160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BEAF0"/>
          </a:solidFill>
          <a:ln/>
        </p:spPr>
      </p:sp>
      <p:sp>
        <p:nvSpPr>
          <p:cNvPr id="26" name="Shape 24"/>
          <p:cNvSpPr/>
          <p:nvPr/>
        </p:nvSpPr>
        <p:spPr>
          <a:xfrm>
            <a:off x="8275320" y="4389120"/>
            <a:ext cx="566928" cy="56692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7" name="Text 25"/>
          <p:cNvSpPr/>
          <p:nvPr/>
        </p:nvSpPr>
        <p:spPr>
          <a:xfrm>
            <a:off x="82753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7532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5320" y="5394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and reviewers assessing the working demo of real-route mapping and applied AI.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Project Implementation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current demo actually does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2F1E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47672"/>
            <a:ext cx="548640" cy="5486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road routing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→ drop connected via an actual road path using OpenStreetMap + OSRM, not a straight line.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6916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2F1E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47672"/>
            <a:ext cx="548640" cy="5486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76088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translation chat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auto-detects language and translates both sides of the rider–driver conversation.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74736" y="16916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2F1E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30768" y="1947672"/>
            <a:ext cx="548640" cy="5486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6" name="Text 14"/>
          <p:cNvSpPr/>
          <p:nvPr/>
        </p:nvSpPr>
        <p:spPr>
          <a:xfrm>
            <a:off x="8430768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34856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Fare estimation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30768" y="260604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from real route distance: ₹15 base + ₹12 per km.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2F1EA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114800"/>
            <a:ext cx="548640" cy="5486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Deviation alert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" y="4773168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 warning banner if the driver's marker moves off the planned route.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3858768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2F1E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76088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Cash-only payment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4773168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UPI integration in this version — payment method is fixed to cash.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74736" y="3858768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2F1EA"/>
          </a:solidFill>
          <a:ln/>
        </p:spPr>
      </p:sp>
      <p:sp>
        <p:nvSpPr>
          <p:cNvPr id="30" name="Shape 28"/>
          <p:cNvSpPr/>
          <p:nvPr/>
        </p:nvSpPr>
        <p:spPr>
          <a:xfrm>
            <a:off x="8430768" y="4114800"/>
            <a:ext cx="548640" cy="5486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31" name="Text 29"/>
          <p:cNvSpPr/>
          <p:nvPr/>
        </p:nvSpPr>
        <p:spPr>
          <a:xfrm>
            <a:off x="8430768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134856" y="40873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 button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30768" y="4773168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 the trip screen but intentionally inactive — needs an emergency-contact flow first.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Project Implementation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dependency-light stack with two real external APIs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13232"/>
          </a:xfrm>
          <a:prstGeom prst="rect">
            <a:avLst/>
          </a:prstGeom>
          <a:solidFill>
            <a:srgbClr val="F2F1E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01368"/>
            <a:ext cx="493776" cy="493776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01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6916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JavaScript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16916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styling, interactivity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2514600"/>
            <a:ext cx="493776" cy="493776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514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40487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40487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Leaflet.js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240487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rendering, markers, route polyline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11064240" cy="713232"/>
          </a:xfrm>
          <a:prstGeom prst="rect">
            <a:avLst/>
          </a:prstGeom>
          <a:solidFill>
            <a:srgbClr val="F2F1EA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3227832"/>
            <a:ext cx="493776" cy="493776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227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11810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11810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 + Flask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311810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&amp; REST API (app.py)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3232" y="3941064"/>
            <a:ext cx="493776" cy="493776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941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383133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83133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python-dotenv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383133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GEMINI_API_KEY from .env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544568"/>
            <a:ext cx="11064240" cy="713232"/>
          </a:xfrm>
          <a:prstGeom prst="rect">
            <a:avLst/>
          </a:prstGeom>
          <a:solidFill>
            <a:srgbClr val="F2F1EA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4654296"/>
            <a:ext cx="493776" cy="493776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6542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454456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45445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454456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road-routing engine, no API key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13232" y="5367528"/>
            <a:ext cx="493776" cy="493776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5367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17320" y="52578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46120" y="52578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API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525780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 &amp; translation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Project Implementation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web app — stateless backend, two external services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FBEAF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(Browser)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FFFFF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774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panel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273552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FFFFF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7355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panel (Leaflet.js)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169664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FFFFF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16966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5065776"/>
            <a:ext cx="2834640" cy="713232"/>
          </a:xfrm>
          <a:prstGeom prst="roundRect">
            <a:avLst>
              <a:gd name="adj" fmla="val 10256"/>
            </a:avLst>
          </a:prstGeom>
          <a:solidFill>
            <a:srgbClr val="FFFFF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06577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modal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1691640"/>
            <a:ext cx="3657600" cy="4297680"/>
          </a:xfrm>
          <a:prstGeom prst="roundRect">
            <a:avLst>
              <a:gd name="adj" fmla="val 2500"/>
            </a:avLst>
          </a:prstGeom>
          <a:solidFill>
            <a:srgbClr val="912F40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Flask app.py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377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6E2531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377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/api/estimate-fare — fare from distance/duration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356616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6E2531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3566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/api/translate — calls Gemini, returns 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47548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6E2531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47548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/api/sos — stub, “not configured”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8056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nothing persists between requests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21040" y="169164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F2F1EA"/>
          </a:solidFill>
          <a:ln/>
        </p:spPr>
      </p:sp>
      <p:sp>
        <p:nvSpPr>
          <p:cNvPr id="24" name="Text 22"/>
          <p:cNvSpPr/>
          <p:nvPr/>
        </p:nvSpPr>
        <p:spPr>
          <a:xfrm>
            <a:off x="85496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SERVICES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49640" y="2377440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9720" y="2359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OSRM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4964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road-route geometry, distance, duration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49640" y="3840480"/>
            <a:ext cx="502920" cy="50292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8972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API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49640" y="4389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language, translates chat messages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86200" y="3520440"/>
            <a:ext cx="365760" cy="320040"/>
          </a:xfrm>
          <a:prstGeom prst="rightArrow">
            <a:avLst/>
          </a:prstGeom>
          <a:solidFill>
            <a:srgbClr val="888780"/>
          </a:solidFill>
          <a:ln/>
        </p:spPr>
      </p:sp>
      <p:sp>
        <p:nvSpPr>
          <p:cNvPr id="34" name="Shape 32"/>
          <p:cNvSpPr/>
          <p:nvPr/>
        </p:nvSpPr>
        <p:spPr>
          <a:xfrm>
            <a:off x="7909560" y="3520440"/>
            <a:ext cx="365760" cy="320040"/>
          </a:xfrm>
          <a:prstGeom prst="rightArrow">
            <a:avLst/>
          </a:prstGeom>
          <a:solidFill>
            <a:srgbClr val="88878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Project Implementation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request flows run within a single ride session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a Ride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2029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centers on GPS location (or a default city)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the map to set the drop point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3182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calls OSRM directly → real road path, distance, duration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758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POSTs to /api/estimate-fare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61688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returns fare + ETA as JSON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4910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card updates; “Confirm ride” enables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Translation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2057400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9712" y="2011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message, picks a target language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743200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39712" y="26974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POSTs text + language code to /api/translate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429000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39712" y="33832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prompts Gemini to detect + translate (key stays server-side)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4114800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39712" y="40690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text returns as JSON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4800600"/>
            <a:ext cx="384048" cy="384048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39712" y="47548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beneath the original message bubble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5532120"/>
            <a:ext cx="5257800" cy="594360"/>
          </a:xfrm>
          <a:prstGeom prst="roundRect">
            <a:avLst>
              <a:gd name="adj" fmla="val 12308"/>
            </a:avLst>
          </a:prstGeom>
          <a:solidFill>
            <a:srgbClr val="FBEAF0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55321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confirmed: a vehicle marker moves along the route; a deviation alert can fire automatically or on demand.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Project Implementation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JSON endpoints exposed by app.py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2F1E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9164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/api/estimate-fare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2286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= round(15 + distance_km × 12)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080" y="1874520"/>
            <a:ext cx="5074920" cy="1005840"/>
          </a:xfrm>
          <a:prstGeom prst="rect">
            <a:avLst/>
          </a:prstGeom>
          <a:solidFill>
            <a:srgbClr val="FFFFFA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fare, eta_min, distance_km, payment_method 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2F1E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456432"/>
            <a:ext cx="685800" cy="68580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564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691640" y="3319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/api/translate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37307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language, translates via Gemini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080" y="3319272"/>
            <a:ext cx="5074920" cy="1005840"/>
          </a:xfrm>
          <a:prstGeom prst="rect">
            <a:avLst/>
          </a:prstGeom>
          <a:solidFill>
            <a:srgbClr val="FFFFFA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translated }  (or original + warning if no key)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626864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2F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901184"/>
            <a:ext cx="685800" cy="68580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0118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91640" y="47640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51755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— emergency contact not yet configured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55080" y="4764024"/>
            <a:ext cx="5074920" cy="1005840"/>
          </a:xfrm>
          <a:prstGeom prst="rect">
            <a:avLst/>
          </a:prstGeom>
          <a:solidFill>
            <a:srgbClr val="FFFFFA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status: "not_configured", message 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Project Implementation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Hosting &amp; Known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classroom-demo deployment, by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912F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app.py — no worker pool, no process manager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912F40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783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97680" y="2423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trip/chat state lives only in browser memory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912F40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1783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CDN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HTTP on localhost, no reverse proxy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69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is a flat formula — not tied to real-time demand or traffic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572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is UI-only; no real call or SMS is placed yet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accounts, login, or persisted ride history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chat replies are simulated preset phrases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Project Implementation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Cloud Architecture (AWS)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what the demo intentionally omits: auth, database, caching, autoscaling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2F1E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+ CloudFront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2402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frontend, global edge caching + HTTPS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2F1E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18562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ECS Fargate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22402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containerized Flask app, autoscaled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2F1E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227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+ ALB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36118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Throttling, validation, request distribution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2F1E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337560"/>
            <a:ext cx="640080" cy="64008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3227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Cognito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36118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Sign-up/sign-in, JWT issuance, MFA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2F1EA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709160"/>
            <a:ext cx="640080" cy="64008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00200" y="45994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RDS (PostgreSQL) + DynamoDB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49834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records / high-write chat &amp; GPS 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44348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2F1E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709160"/>
            <a:ext cx="640080" cy="64008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☁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45994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ElastiCache (Redis)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49834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trip state, fare &amp; route caching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Project Implementation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product — the infrastructure underneath grows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BEAF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~1,000,000 users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514600"/>
            <a:ext cx="91440" cy="914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Flask copies behind a load balancer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841248" y="3136392"/>
            <a:ext cx="91440" cy="914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9992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 + read replicas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41248" y="3758184"/>
            <a:ext cx="91440" cy="914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6210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for routes &amp; fares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41248" y="4379976"/>
            <a:ext cx="91440" cy="91440"/>
          </a:xfrm>
          <a:prstGeom prst="ellipse">
            <a:avLst/>
          </a:prstGeom>
          <a:solidFill>
            <a:srgbClr val="912F40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2428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912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rate limiting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912F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~5,000,000 users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64808" y="2514600"/>
            <a:ext cx="91440" cy="9144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17" name="Text 15"/>
          <p:cNvSpPr/>
          <p:nvPr/>
        </p:nvSpPr>
        <p:spPr>
          <a:xfrm>
            <a:off x="6702552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microservices (booking, chat, routing)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64808" y="3136392"/>
            <a:ext cx="91440" cy="9144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19" name="Text 17"/>
          <p:cNvSpPr/>
          <p:nvPr/>
        </p:nvSpPr>
        <p:spPr>
          <a:xfrm>
            <a:off x="6702552" y="29992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DB + dedicated NoSQL for chat/GPS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64808" y="3758184"/>
            <a:ext cx="91440" cy="9144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21" name="Text 19"/>
          <p:cNvSpPr/>
          <p:nvPr/>
        </p:nvSpPr>
        <p:spPr>
          <a:xfrm>
            <a:off x="6702552" y="36210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Redis cluster + edge caching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64808" y="4379976"/>
            <a:ext cx="91440" cy="9144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23" name="Text 21"/>
          <p:cNvSpPr/>
          <p:nvPr/>
        </p:nvSpPr>
        <p:spPr>
          <a:xfrm>
            <a:off x="6702552" y="42428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deployment, WAF, full SOS build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2F1E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38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5,000–8,000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2960" y="5669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requests/min at peak (1M users)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50749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2F1EA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51389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25,000–40,000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46520" y="5669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requests/min at peak (5M users)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Project Implementation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12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E253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25880" y="160020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6E2531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60020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SOS with a real emergency contact and Twilio-based calling/SMS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5880" y="237744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6E2531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37744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authentication and a persisted ride-history 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25880" y="315468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6E2531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315468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driver GPS tracking instead of a simulated vehicle marker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FFFF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12F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5880" y="393192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6E2531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3931920"/>
            <a:ext cx="9875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proposed AWS migration as usage grows toward 1M / 5M users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RideEase — Academic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2026-09-08T07:54:19Z</dcterms:created>
  <dcterms:modified xsi:type="dcterms:W3CDTF">2026-09-08T07:54:19Z</dcterms:modified>
</cp:coreProperties>
</file>